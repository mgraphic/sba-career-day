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sldIdLst>
    <p:sldId id="256" r:id="rId3"/>
    <p:sldId id="257" r:id="rId4"/>
    <p:sldId id="258" r:id="rId5"/>
    <p:sldId id="259" r:id="rId6"/>
    <p:sldId id="260" r:id="rId7"/>
    <p:sldId id="275" r:id="rId8"/>
    <p:sldId id="276" r:id="rId9"/>
    <p:sldId id="277" r:id="rId10"/>
    <p:sldId id="263" r:id="rId11"/>
    <p:sldId id="261" r:id="rId12"/>
    <p:sldId id="271" r:id="rId13"/>
    <p:sldId id="272" r:id="rId14"/>
    <p:sldId id="273" r:id="rId15"/>
    <p:sldId id="262" r:id="rId16"/>
    <p:sldId id="268" r:id="rId17"/>
    <p:sldId id="269" r:id="rId18"/>
    <p:sldId id="270" r:id="rId19"/>
    <p:sldId id="274" r:id="rId20"/>
    <p:sldId id="264" r:id="rId21"/>
    <p:sldId id="265" r:id="rId22"/>
    <p:sldId id="266" r:id="rId23"/>
    <p:sldId id="267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5"/>
    <p:restoredTop sz="94678"/>
  </p:normalViewPr>
  <p:slideViewPr>
    <p:cSldViewPr snapToGrid="0" snapToObjects="1">
      <p:cViewPr varScale="1">
        <p:scale>
          <a:sx n="128" d="100"/>
          <a:sy n="128" d="100"/>
        </p:scale>
        <p:origin x="680" y="4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15027-0962-83D6-269E-CA52DE75A9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D23422-CD58-D77F-CACF-5218147B50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1D4C2A-1C0E-6A0C-F121-716EED7DC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463B9-C6BF-55E2-5906-46A5217A1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67FE68-3A1F-3BF2-F01F-B0F5DAA34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4716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1B919-22E7-401F-D962-1BEFCB04B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051C7-7FDC-F010-4F94-2B9762B3B7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3AE5F6-C0AE-C1CD-24E0-324749579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FD6E68-BD50-5731-DA09-52CD5864D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F0E84C-F970-CF8B-8333-BEDB44559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9357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864BE-357C-06FE-73C0-12762EB42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9F7087-E0AB-A624-2BFC-A4D46C9C74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DEACCD-02D0-A236-63ED-38B82DE71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094076-F8AF-DF23-21FF-34836FC15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511DC4-A471-8CC3-FA9C-880F757F1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4181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DBB13-5CD0-BC87-5651-D757F3161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12590D-54CA-0CE1-1087-5123F6698C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6BB6A7-2D1E-665D-269E-447B2526DD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DDB0B9-340B-E200-3AF9-50AD1665E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CDE939-E77A-2E7C-9557-0F49B485F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4BFEB2-C1B3-A0F0-8227-F841EAB4F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283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FFC7C-6CA5-FAEE-1709-52CB2D41E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A79408-CA2E-89AE-B307-EF9D9216AB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75E554-C4F8-E5FF-FACB-42A154274B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82322D-304C-1749-FBFE-69F2A8852B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A396C5-BB5E-5898-24FF-FEC13921F6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E81C33-8BEA-4168-E387-1284E5B4F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8582B0-451F-E7A5-8E37-D1C71DDF2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B3C34C-659D-6344-DBD9-C900602F7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9375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511D7-B66E-3F75-A3A3-84F643D96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B4C5F2-975C-0229-8F9B-7DA0FCA5F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7FB72B-3EB1-3744-03BC-F1DB1E339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08822D-DF4A-ACD4-B4E4-E68AE91A3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2661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3FFFE8-16D4-7F05-5AAC-8B6895F68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4CC1C9-FF46-E0A2-0837-8C314D103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A08F3B-467F-37B5-2820-FE76FEDE5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72892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CEBB0-11B2-8ABC-1614-CBB9048F8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2ED8A-E7C9-351B-3DB3-329B5B2F21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A65A24-137F-C267-8F22-51166A2915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99966-DF65-23F7-992B-9660CE1AA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866374-EE37-2B8D-740C-27E59F0C2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E443C1-CDEB-6A0B-AB0D-BB079A13F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462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730DB-418F-DB30-D41E-57F7F7E3C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4C74E8-D042-6ABE-D6EC-4B988F8794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E47E0A-3604-0D7B-4DD3-0659551B84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984382-9A72-E6C3-662E-B6D599F88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8ED224-2403-A176-6683-EBF4A68FB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FD47BB-F5C5-F15F-D986-4A8E1BBE0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4395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28566-3A77-026E-1BEB-078D9EAF4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548817-5061-AD71-5AD7-1C467EEB30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76B28-2888-5BC1-179A-F397FE19B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C1E9FA-A92A-853F-12D7-B26F5E4B8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B63C7F-D4A0-9A72-C2C7-9B0CD214B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84791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261643-29F7-08AD-D63D-3116009D31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67FCED-91CE-570C-D726-ABDBF5B0E9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39DDE5-D8C1-FD4E-DB27-03B2FEE00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40482D-6032-24D1-1DD6-56B056C23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C465B1-227F-4920-E175-DD7916B88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908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colorTemperature colorTemp="11500"/>
                    </a14:imgEffect>
                    <a14:imgEffect>
                      <a14:saturation sat="321000"/>
                    </a14:imgEffect>
                    <a14:imgEffect>
                      <a14:brightnessContrast bright="-47000" contrast="34000"/>
                    </a14:imgEffect>
                  </a14:imgLayer>
                </a14:imgProps>
              </a:ext>
            </a:extLst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C2503B-B2FC-0192-0B5C-B9E95D4F2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EEF860-71EE-292C-7DA9-EC6F46FFBD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51B42B-06CF-4FDD-090E-D969AB2970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5C23C3-A24A-9D6E-C823-4043AB62BE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AE4A9C-4037-20D4-3E2F-1B87A70108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197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55520" y="640081"/>
            <a:ext cx="7513724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00FFB4"/>
                </a:solidFill>
              </a:rPr>
              <a:t>How Websites &amp; Apps Are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25034" y="1645921"/>
            <a:ext cx="3574697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FFFFFF"/>
                </a:solidFill>
              </a:rPr>
              <a:t>And How You Can Do It Too
Keith Marshall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55520" y="640081"/>
            <a:ext cx="5050870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00FFB4"/>
                </a:solidFill>
              </a:rPr>
              <a:t>You Already Use This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55521" y="1645921"/>
            <a:ext cx="353096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FFFF"/>
                </a:solidFill>
              </a:rPr>
              <a:t>Raise your hand if you use: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38400" y="2560321"/>
            <a:ext cx="3181320" cy="169277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FFFFFF"/>
                </a:solidFill>
              </a:defRPr>
            </a:pPr>
            <a:r>
              <a:rPr sz="2600"/>
              <a:t>TikTok</a:t>
            </a:r>
          </a:p>
          <a:p>
            <a:pPr>
              <a:defRPr sz="2600">
                <a:solidFill>
                  <a:srgbClr val="FFFFFF"/>
                </a:solidFill>
              </a:defRPr>
            </a:pPr>
            <a:r>
              <a:rPr sz="2600"/>
              <a:t>Instagram</a:t>
            </a:r>
          </a:p>
          <a:p>
            <a:pPr>
              <a:defRPr sz="2600">
                <a:solidFill>
                  <a:srgbClr val="FFFFFF"/>
                </a:solidFill>
              </a:defRPr>
            </a:pPr>
            <a:r>
              <a:rPr sz="2600"/>
              <a:t>Netflix</a:t>
            </a:r>
          </a:p>
          <a:p>
            <a:pPr>
              <a:defRPr sz="2600">
                <a:solidFill>
                  <a:srgbClr val="FFFFFF"/>
                </a:solidFill>
              </a:defRPr>
            </a:pPr>
            <a:r>
              <a:rPr sz="2600"/>
              <a:t>All built by developers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AF407C-0688-231A-5FD3-DA1AA40D03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1096" y="1767017"/>
            <a:ext cx="5281281" cy="352085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55521" y="640081"/>
            <a:ext cx="6716711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00FFB4"/>
                </a:solidFill>
              </a:rPr>
              <a:t>What is Web Development?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72125" y="2560320"/>
            <a:ext cx="6483506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FFFFFF"/>
                </a:solidFill>
              </a:defRPr>
            </a:pPr>
            <a:r>
              <a:rPr sz="4800" b="1" dirty="0">
                <a:solidFill>
                  <a:srgbClr val="FFFF00"/>
                </a:solidFill>
              </a:rPr>
              <a:t>Frontend = what you see</a:t>
            </a:r>
          </a:p>
          <a:p>
            <a:pPr algn="ctr">
              <a:defRPr sz="2600">
                <a:solidFill>
                  <a:srgbClr val="FFFFFF"/>
                </a:solidFill>
              </a:defRPr>
            </a:pPr>
            <a:r>
              <a:rPr sz="4800" b="1" dirty="0">
                <a:solidFill>
                  <a:schemeClr val="accent6"/>
                </a:solidFill>
              </a:rPr>
              <a:t>Backend = logic +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55520" y="640081"/>
            <a:ext cx="2420150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00FFB4"/>
                </a:solidFill>
              </a:rPr>
              <a:t>The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438401" y="2560320"/>
            <a:ext cx="3033459" cy="12926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FFFFFF"/>
                </a:solidFill>
              </a:defRPr>
            </a:pPr>
            <a:r>
              <a:rPr sz="2600"/>
              <a:t>HTML = structure</a:t>
            </a:r>
          </a:p>
          <a:p>
            <a:pPr>
              <a:defRPr sz="2600">
                <a:solidFill>
                  <a:srgbClr val="FFFFFF"/>
                </a:solidFill>
              </a:defRPr>
            </a:pPr>
            <a:r>
              <a:rPr sz="2600"/>
              <a:t>CSS = design</a:t>
            </a:r>
          </a:p>
          <a:p>
            <a:pPr>
              <a:defRPr sz="2600">
                <a:solidFill>
                  <a:srgbClr val="FFFFFF"/>
                </a:solidFill>
              </a:defRPr>
            </a:pPr>
            <a:r>
              <a:rPr sz="2600"/>
              <a:t>JavaScript = behavior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F9532B-9CAD-0AEC-97CE-D32A6F8A4A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645237"/>
            <a:ext cx="4684241" cy="312282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55521" y="640081"/>
            <a:ext cx="2272673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00FFB4"/>
                </a:solidFill>
              </a:rPr>
              <a:t>My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438401" y="2560321"/>
            <a:ext cx="1525739" cy="24929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FFFFFF"/>
                </a:solidFill>
              </a:defRPr>
            </a:pPr>
            <a:r>
              <a:rPr sz="2600" dirty="0"/>
              <a:t>Angular</a:t>
            </a:r>
          </a:p>
          <a:p>
            <a:pPr>
              <a:defRPr sz="2600">
                <a:solidFill>
                  <a:srgbClr val="FFFFFF"/>
                </a:solidFill>
              </a:defRPr>
            </a:pPr>
            <a:r>
              <a:rPr sz="2600" dirty="0"/>
              <a:t>Node.js</a:t>
            </a:r>
          </a:p>
          <a:p>
            <a:pPr>
              <a:defRPr sz="2600">
                <a:solidFill>
                  <a:srgbClr val="FFFFFF"/>
                </a:solidFill>
              </a:defRPr>
            </a:pPr>
            <a:r>
              <a:rPr sz="2600" dirty="0"/>
              <a:t>JavaScript</a:t>
            </a:r>
            <a:endParaRPr lang="en-US" sz="2600" dirty="0"/>
          </a:p>
          <a:p>
            <a:pPr>
              <a:defRPr sz="2600">
                <a:solidFill>
                  <a:srgbClr val="FFFFFF"/>
                </a:solidFill>
              </a:defRPr>
            </a:pPr>
            <a:r>
              <a:rPr lang="en-US" sz="2600" dirty="0"/>
              <a:t>Sass</a:t>
            </a:r>
            <a:endParaRPr sz="2600" dirty="0"/>
          </a:p>
          <a:p>
            <a:pPr>
              <a:defRPr sz="2600">
                <a:solidFill>
                  <a:srgbClr val="FFFFFF"/>
                </a:solidFill>
              </a:defRPr>
            </a:pPr>
            <a:r>
              <a:rPr sz="2600" dirty="0"/>
              <a:t>GitHub</a:t>
            </a:r>
          </a:p>
          <a:p>
            <a:pPr>
              <a:defRPr sz="2600">
                <a:solidFill>
                  <a:srgbClr val="FFFFFF"/>
                </a:solidFill>
              </a:defRPr>
            </a:pPr>
            <a:r>
              <a:rPr sz="2600" dirty="0"/>
              <a:t>Docker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72F13F2-5F9B-37BC-1062-67BFCA980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4140" y="2764692"/>
            <a:ext cx="7772400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9D23072-55E5-EFF6-126B-8A79283036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017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7580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88DA20-29B4-E1EB-1240-A655EA19C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3C9501-3EDE-35D9-8DF8-2ED028B3E5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762" b="3255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2759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2FA3F1-BD2E-5715-14B5-9E73B6309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4BD7BA3-9ECD-8348-2EEC-6DC2530185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017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398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154" y="640081"/>
            <a:ext cx="1585692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4400" b="1" dirty="0">
                <a:solidFill>
                  <a:srgbClr val="00FFB4"/>
                </a:solidFill>
              </a:rPr>
              <a:t>Demo</a:t>
            </a:r>
            <a:endParaRPr sz="4400" b="1" dirty="0">
              <a:solidFill>
                <a:srgbClr val="00FFB4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D263AB2-D04E-80DE-32B1-1426A063C5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0017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D22809-3EAA-A230-FA58-41C477BB5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8018F15-0E1C-69B6-FECB-DCF3794E72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0017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3656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333CB1-2774-C022-137A-A0A822168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63586E5-91C6-123C-80FF-41747874DB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0017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5049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E26A43-5EE8-6268-E012-32EA206A5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902AFC8-4E6D-C455-C964-A8A13D0AE4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0017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8616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92434" y="1077402"/>
            <a:ext cx="2852063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00FFB4"/>
                </a:solidFill>
              </a:rPr>
              <a:t>Game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431707" y="2083242"/>
            <a:ext cx="277351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FFFFFF"/>
                </a:solidFill>
              </a:rPr>
              <a:t>Frontend vs 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7594" y="2997642"/>
            <a:ext cx="286174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FFFFFF"/>
                </a:solidFill>
              </a:defRPr>
            </a:pPr>
            <a:r>
              <a:rPr sz="3600" b="1" dirty="0"/>
              <a:t>Login system?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D2C8E8-82DD-545E-15A4-4F7890C334B5}"/>
              </a:ext>
            </a:extLst>
          </p:cNvPr>
          <p:cNvSpPr txBox="1"/>
          <p:nvPr/>
        </p:nvSpPr>
        <p:spPr>
          <a:xfrm rot="16200000">
            <a:off x="-775252" y="2828836"/>
            <a:ext cx="444762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b="1" dirty="0">
                <a:solidFill>
                  <a:srgbClr val="FFFF00"/>
                </a:solidFill>
              </a:rPr>
              <a:t>FRONTEND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75F830-2137-9672-5D72-C382269EBE68}"/>
              </a:ext>
            </a:extLst>
          </p:cNvPr>
          <p:cNvSpPr txBox="1"/>
          <p:nvPr/>
        </p:nvSpPr>
        <p:spPr>
          <a:xfrm rot="16200000">
            <a:off x="8588433" y="2828835"/>
            <a:ext cx="387574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b="1" dirty="0">
                <a:solidFill>
                  <a:srgbClr val="FFC000"/>
                </a:solidFill>
              </a:rPr>
              <a:t>BACKEND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F3C1A-936B-8729-C525-5410A5297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C50AF4-9FA5-8E66-D287-7DA0121125D3}"/>
              </a:ext>
            </a:extLst>
          </p:cNvPr>
          <p:cNvSpPr txBox="1"/>
          <p:nvPr/>
        </p:nvSpPr>
        <p:spPr>
          <a:xfrm>
            <a:off x="4392434" y="1077402"/>
            <a:ext cx="2852063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00FFB4"/>
                </a:solidFill>
              </a:rPr>
              <a:t>Game Time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C07DFC-D5AC-CCF2-0E4B-66787551CF60}"/>
              </a:ext>
            </a:extLst>
          </p:cNvPr>
          <p:cNvSpPr txBox="1"/>
          <p:nvPr/>
        </p:nvSpPr>
        <p:spPr>
          <a:xfrm>
            <a:off x="4431707" y="2083242"/>
            <a:ext cx="277351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FFFFFF"/>
                </a:solidFill>
              </a:rPr>
              <a:t>Frontend vs Backend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7CC397-C5A4-0BC8-8609-3A69F6D1287B}"/>
              </a:ext>
            </a:extLst>
          </p:cNvPr>
          <p:cNvSpPr txBox="1"/>
          <p:nvPr/>
        </p:nvSpPr>
        <p:spPr>
          <a:xfrm>
            <a:off x="4427349" y="2997642"/>
            <a:ext cx="278223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FFFFFF"/>
                </a:solidFill>
              </a:defRPr>
            </a:pPr>
            <a:r>
              <a:rPr sz="3600" b="1" dirty="0"/>
              <a:t>Button color?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0D2F42-789B-C67E-3DAC-8CD88D70F7DB}"/>
              </a:ext>
            </a:extLst>
          </p:cNvPr>
          <p:cNvSpPr txBox="1"/>
          <p:nvPr/>
        </p:nvSpPr>
        <p:spPr>
          <a:xfrm rot="16200000">
            <a:off x="-775252" y="2828836"/>
            <a:ext cx="444762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b="1" dirty="0">
                <a:solidFill>
                  <a:srgbClr val="FFFF00"/>
                </a:solidFill>
              </a:rPr>
              <a:t>FRONTEND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9D531F-297F-D110-2780-C04FDBFF15D4}"/>
              </a:ext>
            </a:extLst>
          </p:cNvPr>
          <p:cNvSpPr txBox="1"/>
          <p:nvPr/>
        </p:nvSpPr>
        <p:spPr>
          <a:xfrm rot="16200000">
            <a:off x="8588433" y="2828835"/>
            <a:ext cx="387574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b="1" dirty="0">
                <a:solidFill>
                  <a:srgbClr val="FFC000"/>
                </a:solidFill>
              </a:rPr>
              <a:t>BACKEND</a:t>
            </a:r>
          </a:p>
        </p:txBody>
      </p:sp>
    </p:spTree>
    <p:extLst>
      <p:ext uri="{BB962C8B-B14F-4D97-AF65-F5344CB8AC3E}">
        <p14:creationId xmlns:p14="http://schemas.microsoft.com/office/powerpoint/2010/main" val="36110944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7ACBE-CA7E-5B60-8525-9C4708593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A2E26B-A2CC-8179-0E5B-61EEB81BBB12}"/>
              </a:ext>
            </a:extLst>
          </p:cNvPr>
          <p:cNvSpPr txBox="1"/>
          <p:nvPr/>
        </p:nvSpPr>
        <p:spPr>
          <a:xfrm>
            <a:off x="4392434" y="1077402"/>
            <a:ext cx="2852063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00FFB4"/>
                </a:solidFill>
              </a:rPr>
              <a:t>Game Time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9673FB-3B37-AE77-A7CE-FF4142781EA7}"/>
              </a:ext>
            </a:extLst>
          </p:cNvPr>
          <p:cNvSpPr txBox="1"/>
          <p:nvPr/>
        </p:nvSpPr>
        <p:spPr>
          <a:xfrm>
            <a:off x="4431707" y="2083242"/>
            <a:ext cx="277351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FFFFFF"/>
                </a:solidFill>
              </a:rPr>
              <a:t>Frontend vs Backend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1432F4-8B19-46F2-FD82-2C060019B1C4}"/>
              </a:ext>
            </a:extLst>
          </p:cNvPr>
          <p:cNvSpPr txBox="1"/>
          <p:nvPr/>
        </p:nvSpPr>
        <p:spPr>
          <a:xfrm>
            <a:off x="4521219" y="2997642"/>
            <a:ext cx="2594493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FFFFFF"/>
                </a:solidFill>
              </a:defRPr>
            </a:pPr>
            <a:r>
              <a:rPr sz="3600" b="1" dirty="0"/>
              <a:t>Animations?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DAD2F2-B85E-7A98-F281-BD5F58C4F177}"/>
              </a:ext>
            </a:extLst>
          </p:cNvPr>
          <p:cNvSpPr txBox="1"/>
          <p:nvPr/>
        </p:nvSpPr>
        <p:spPr>
          <a:xfrm rot="16200000">
            <a:off x="-775252" y="2828836"/>
            <a:ext cx="444762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b="1" dirty="0">
                <a:solidFill>
                  <a:srgbClr val="FFFF00"/>
                </a:solidFill>
              </a:rPr>
              <a:t>FRONTEND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411423-7E13-9DD0-28BB-7245FECAF9CA}"/>
              </a:ext>
            </a:extLst>
          </p:cNvPr>
          <p:cNvSpPr txBox="1"/>
          <p:nvPr/>
        </p:nvSpPr>
        <p:spPr>
          <a:xfrm rot="16200000">
            <a:off x="8588433" y="2828835"/>
            <a:ext cx="387574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b="1" dirty="0">
                <a:solidFill>
                  <a:srgbClr val="FFC000"/>
                </a:solidFill>
              </a:rPr>
              <a:t>BACKEND</a:t>
            </a:r>
          </a:p>
        </p:txBody>
      </p:sp>
    </p:spTree>
    <p:extLst>
      <p:ext uri="{BB962C8B-B14F-4D97-AF65-F5344CB8AC3E}">
        <p14:creationId xmlns:p14="http://schemas.microsoft.com/office/powerpoint/2010/main" val="21082540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06E31-F3BE-8C0D-96F7-DC40D9EFD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3C0ED18-4981-CB88-9F9A-311ECEDECD14}"/>
              </a:ext>
            </a:extLst>
          </p:cNvPr>
          <p:cNvSpPr txBox="1"/>
          <p:nvPr/>
        </p:nvSpPr>
        <p:spPr>
          <a:xfrm>
            <a:off x="4392434" y="1077402"/>
            <a:ext cx="2852063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00FFB4"/>
                </a:solidFill>
              </a:rPr>
              <a:t>Game Time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B02018-C770-2A78-9D12-E2B634F1DB4C}"/>
              </a:ext>
            </a:extLst>
          </p:cNvPr>
          <p:cNvSpPr txBox="1"/>
          <p:nvPr/>
        </p:nvSpPr>
        <p:spPr>
          <a:xfrm>
            <a:off x="4431707" y="2083242"/>
            <a:ext cx="277351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FFFFFF"/>
                </a:solidFill>
              </a:rPr>
              <a:t>Frontend vs Backend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392893-1A7E-48C6-A5BD-58C2538F0BBC}"/>
              </a:ext>
            </a:extLst>
          </p:cNvPr>
          <p:cNvSpPr txBox="1"/>
          <p:nvPr/>
        </p:nvSpPr>
        <p:spPr>
          <a:xfrm>
            <a:off x="4520322" y="2997642"/>
            <a:ext cx="2596288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FFFFFF"/>
                </a:solidFill>
              </a:defRPr>
            </a:pPr>
            <a:r>
              <a:rPr sz="3600" b="1" dirty="0"/>
              <a:t>Saving data?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309309-8E03-27E9-3530-C94D866B3E98}"/>
              </a:ext>
            </a:extLst>
          </p:cNvPr>
          <p:cNvSpPr txBox="1"/>
          <p:nvPr/>
        </p:nvSpPr>
        <p:spPr>
          <a:xfrm rot="16200000">
            <a:off x="-775252" y="2828836"/>
            <a:ext cx="444762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b="1" dirty="0">
                <a:solidFill>
                  <a:srgbClr val="FFFF00"/>
                </a:solidFill>
              </a:rPr>
              <a:t>FRONTEND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63277D-3F47-4D0B-69F6-E5CD593F77A4}"/>
              </a:ext>
            </a:extLst>
          </p:cNvPr>
          <p:cNvSpPr txBox="1"/>
          <p:nvPr/>
        </p:nvSpPr>
        <p:spPr>
          <a:xfrm rot="16200000">
            <a:off x="8588433" y="2828835"/>
            <a:ext cx="387574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b="1" dirty="0">
                <a:solidFill>
                  <a:srgbClr val="FFC000"/>
                </a:solidFill>
              </a:rPr>
              <a:t>BACKEND</a:t>
            </a:r>
          </a:p>
        </p:txBody>
      </p:sp>
    </p:spTree>
    <p:extLst>
      <p:ext uri="{BB962C8B-B14F-4D97-AF65-F5344CB8AC3E}">
        <p14:creationId xmlns:p14="http://schemas.microsoft.com/office/powerpoint/2010/main" val="38830010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031B8-363B-930E-9145-69A0D149D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C2312F-78D4-8A42-4802-97F49F256AB0}"/>
              </a:ext>
            </a:extLst>
          </p:cNvPr>
          <p:cNvSpPr txBox="1"/>
          <p:nvPr/>
        </p:nvSpPr>
        <p:spPr>
          <a:xfrm>
            <a:off x="3967308" y="640081"/>
            <a:ext cx="4257384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00FFB4"/>
                </a:solidFill>
              </a:rPr>
              <a:t>Why This Career?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77DE4D-CB42-16A3-F3D6-59EA3A47BAF2}"/>
              </a:ext>
            </a:extLst>
          </p:cNvPr>
          <p:cNvSpPr txBox="1"/>
          <p:nvPr/>
        </p:nvSpPr>
        <p:spPr>
          <a:xfrm>
            <a:off x="4828249" y="2560321"/>
            <a:ext cx="2535502" cy="169277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FFFFFF"/>
                </a:solidFill>
              </a:defRPr>
            </a:pPr>
            <a:r>
              <a:rPr lang="en-US" sz="2600" dirty="0"/>
              <a:t>Good</a:t>
            </a:r>
            <a:r>
              <a:rPr sz="2600" dirty="0"/>
              <a:t> pay</a:t>
            </a:r>
          </a:p>
          <a:p>
            <a:pPr algn="ctr">
              <a:defRPr sz="2600">
                <a:solidFill>
                  <a:srgbClr val="FFFFFF"/>
                </a:solidFill>
              </a:defRPr>
            </a:pPr>
            <a:r>
              <a:rPr sz="2600" dirty="0"/>
              <a:t>Remote work</a:t>
            </a:r>
          </a:p>
          <a:p>
            <a:pPr algn="ctr">
              <a:defRPr sz="2600">
                <a:solidFill>
                  <a:srgbClr val="FFFFFF"/>
                </a:solidFill>
              </a:defRPr>
            </a:pPr>
            <a:r>
              <a:rPr sz="2600" dirty="0"/>
              <a:t>Creative freedom</a:t>
            </a:r>
          </a:p>
          <a:p>
            <a:pPr algn="ctr">
              <a:defRPr sz="2600">
                <a:solidFill>
                  <a:srgbClr val="FFFFFF"/>
                </a:solidFill>
              </a:defRPr>
            </a:pPr>
            <a:r>
              <a:rPr sz="2600" dirty="0"/>
              <a:t>Build your ideas</a:t>
            </a:r>
          </a:p>
        </p:txBody>
      </p:sp>
    </p:spTree>
    <p:extLst>
      <p:ext uri="{BB962C8B-B14F-4D97-AF65-F5344CB8AC3E}">
        <p14:creationId xmlns:p14="http://schemas.microsoft.com/office/powerpoint/2010/main" val="16877023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55520" y="640081"/>
            <a:ext cx="3142912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00FFB4"/>
                </a:solidFill>
              </a:rPr>
              <a:t>How to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438400" y="2560321"/>
            <a:ext cx="1782860" cy="209288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FFFFFF"/>
                </a:solidFill>
              </a:defRPr>
            </a:pPr>
            <a:r>
              <a:rPr sz="2600"/>
              <a:t>HTML + CSS</a:t>
            </a:r>
          </a:p>
          <a:p>
            <a:pPr>
              <a:defRPr sz="2600">
                <a:solidFill>
                  <a:srgbClr val="FFFFFF"/>
                </a:solidFill>
              </a:defRPr>
            </a:pPr>
            <a:r>
              <a:rPr sz="2600"/>
              <a:t>JavaScript</a:t>
            </a:r>
          </a:p>
          <a:p>
            <a:pPr>
              <a:defRPr sz="2600">
                <a:solidFill>
                  <a:srgbClr val="FFFFFF"/>
                </a:solidFill>
              </a:defRPr>
            </a:pPr>
            <a:r>
              <a:rPr sz="2600"/>
              <a:t>Projects</a:t>
            </a:r>
          </a:p>
          <a:p>
            <a:pPr>
              <a:defRPr sz="2600">
                <a:solidFill>
                  <a:srgbClr val="FFFFFF"/>
                </a:solidFill>
              </a:defRPr>
            </a:pPr>
            <a:r>
              <a:rPr sz="2600"/>
              <a:t>GitHub</a:t>
            </a:r>
          </a:p>
          <a:p>
            <a:pPr>
              <a:defRPr sz="2600">
                <a:solidFill>
                  <a:srgbClr val="FFFFFF"/>
                </a:solidFill>
              </a:defRPr>
            </a:pPr>
            <a:r>
              <a:rPr sz="2600"/>
              <a:t>Deploy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A95D64-A5BB-CA3B-1B8B-4BB60F01F3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1051" y="2560321"/>
            <a:ext cx="5102087" cy="340139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55520" y="640081"/>
            <a:ext cx="1795428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00FFB4"/>
                </a:solidFill>
              </a:rPr>
              <a:t>Reality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438401" y="2560320"/>
            <a:ext cx="3142335" cy="12926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FFFFFF"/>
                </a:solidFill>
              </a:defRPr>
            </a:pPr>
            <a:r>
              <a:rPr sz="2600"/>
              <a:t>No degree required</a:t>
            </a:r>
          </a:p>
          <a:p>
            <a:pPr>
              <a:defRPr sz="2600">
                <a:solidFill>
                  <a:srgbClr val="FFFFFF"/>
                </a:solidFill>
              </a:defRPr>
            </a:pPr>
            <a:r>
              <a:rPr sz="2600"/>
              <a:t>Start now</a:t>
            </a:r>
          </a:p>
          <a:p>
            <a:pPr>
              <a:defRPr sz="2600">
                <a:solidFill>
                  <a:srgbClr val="FFFFFF"/>
                </a:solidFill>
              </a:defRPr>
            </a:pPr>
            <a:r>
              <a:rPr sz="2600"/>
              <a:t>6–12 months possible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87988" y="640081"/>
            <a:ext cx="1309974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00FFB4"/>
                </a:solidFill>
              </a:rPr>
              <a:t>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08316" y="1645921"/>
            <a:ext cx="4069319" cy="53860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 dirty="0">
                <a:solidFill>
                  <a:srgbClr val="FFFFFF"/>
                </a:solidFill>
              </a:rPr>
              <a:t>Ask me anything</a:t>
            </a:r>
            <a:endParaRPr lang="en-US" sz="4400" b="1" dirty="0">
              <a:solidFill>
                <a:srgbClr val="FFFFFF"/>
              </a:solidFill>
            </a:endParaRPr>
          </a:p>
          <a:p>
            <a:pPr algn="ctr"/>
            <a:r>
              <a:rPr lang="en-US" sz="30000" b="1" dirty="0">
                <a:solidFill>
                  <a:srgbClr val="C00000"/>
                </a:solidFill>
              </a:rPr>
              <a:t>?</a:t>
            </a:r>
            <a:endParaRPr sz="300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65030" y="431360"/>
            <a:ext cx="3379002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00FFB4"/>
                </a:solidFill>
              </a:rPr>
              <a:t>Final Thought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28757" y="1437200"/>
            <a:ext cx="425154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FFFFFF"/>
                </a:solidFill>
              </a:rPr>
              <a:t>The only difference is... you start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8EF3FD-3892-CA80-5016-1139567CBA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0293" y="2086433"/>
            <a:ext cx="4128477" cy="412847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211</TotalTime>
  <Words>158</Words>
  <Application>Microsoft Macintosh PowerPoint</Application>
  <PresentationFormat>Widescreen</PresentationFormat>
  <Paragraphs>63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Aptos</vt:lpstr>
      <vt:lpstr>Aptos Display</vt:lpstr>
      <vt:lpstr>Arial</vt:lpstr>
      <vt:lpstr>Calibri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Keith Marshall</cp:lastModifiedBy>
  <cp:revision>9</cp:revision>
  <dcterms:created xsi:type="dcterms:W3CDTF">2013-01-27T09:14:16Z</dcterms:created>
  <dcterms:modified xsi:type="dcterms:W3CDTF">2026-04-06T17:34:58Z</dcterms:modified>
  <cp:category/>
</cp:coreProperties>
</file>